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564C359D-1BA2-4E04-A782-378E17AC6D00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22CE2BDB-B375-4C71-B2D2-127F97634F53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72FC0AE4-69D7-49C3-AD39-F9DB3A32A4A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HAX Import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HAX Collaboration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Collaboration between IST (Fusco) and A&amp;A (Ollendyke)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IST student internships / Independent Studies in AI &amp; Web Components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IST students contributing to open source to learn web / programming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HAX ecosystem is a backdrop for learning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While students solve needs for IDs, faculty and other students!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37CC409-BF85-4A13-81B3-A0815264335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Page 3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0" algn="l">
              <a:spcBef>
                <a:spcPts val="1060"/>
              </a:spcBef>
              <a:buNone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Just a page with some text on it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4BB7E11-F3DE-4446-B20A-605C1D79F175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LibreOffice_project/3346a99e6b841765b75a9b29714a5b95c6761ce3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2026-07-10T13:43:49Z</dcterms:created>
  <dc:creator/>
  <dc:description>This work is licensed under a Creative Commons 0 License.
It makes use of the works of kka_libo_design@ashisuto.co.jp.</dc:description>
  <dc:language>en-US</dc:language>
  <cp:lastModifiedBy/>
  <dcterms:modified xsi:type="dcterms:W3CDTF">2026-07-10T13:45:15Z</dcterms:modified>
  <cp:revision>2</cp:revision>
  <dc:subject/>
  <dc:title>Blue Curve</dc:title>
</cp:coreProperties>
</file>